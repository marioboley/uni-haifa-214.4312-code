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35"/>
  </p:normalViewPr>
  <p:slideViewPr>
    <p:cSldViewPr snapToGrid="0">
      <p:cViewPr varScale="1">
        <p:scale>
          <a:sx n="104" d="100"/>
          <a:sy n="104" d="100"/>
        </p:scale>
        <p:origin x="23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3629-A7C9-3F4C-D3C3-E82D6DD95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B73617-9C85-12A8-9B9E-7CC75F4A6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08C23-9FA5-9EEE-9AD7-4FEC6B6CE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24ED-8DAE-0F4E-8B78-EF43B640E315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375B0-2611-EFC6-C19A-19FE770E3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57329-5E91-1D16-49E9-42D38842D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918E-D2D3-034D-9432-52E21A7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1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5FD3-0A36-E2B5-89B7-90A12008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A9F34-445E-D5C9-1B97-61A24B466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C4003-AFD3-3995-BD22-E36C6F869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24ED-8DAE-0F4E-8B78-EF43B640E315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BF578-D61C-6F41-95A3-23775C169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65D08-306D-F5AB-286A-500FF9E5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918E-D2D3-034D-9432-52E21A7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4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4F3A-DC07-0C39-9CDD-12F301AF5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9E24A-E131-0767-3693-983593A46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50AD4-906E-6BA9-90FF-CAA282102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24ED-8DAE-0F4E-8B78-EF43B640E315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2E192-1A7C-F8FD-8207-5871B7B9B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137A3-B746-CDB4-D113-A87CFCEA9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918E-D2D3-034D-9432-52E21A7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45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340C4-CB12-C25A-B79D-2B85793A6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8C12-FE5C-B4ED-159E-2DE97BCAE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520B8-C016-2E3E-A9FE-669DDC619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F5557-6099-A482-E063-31901F96A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24ED-8DAE-0F4E-8B78-EF43B640E315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A2C1F-2A52-B556-D777-411E54D62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7797D-71A8-A216-6E90-B5AB1653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918E-D2D3-034D-9432-52E21A7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39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937A-ED63-8C0E-8EAF-3C6C224D7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5A101-A538-C947-070E-27EC30434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3D8B3-F550-2CCB-8ACB-0D1D7B5EC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07168E-109F-BA5D-61D2-BEFFF1988B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426329-C906-206B-A304-1916CC281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1FCBA5-DB5A-82BF-5859-3CD519B9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24ED-8DAE-0F4E-8B78-EF43B640E315}" type="datetimeFigureOut">
              <a:rPr lang="en-US" smtClean="0"/>
              <a:t>8/28/26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416A40-1509-4E24-D23C-A8DD7784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2F457-0555-D403-C83A-8E30B117E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918E-D2D3-034D-9432-52E21A7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89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B6455-F0AF-B8EA-3702-6B9A25E8D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834C86-1E27-B77A-C29C-D4F87958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24ED-8DAE-0F4E-8B78-EF43B640E315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91DF0F-5B80-2F77-B0FE-9BBBA4D56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3CED5-BCD3-D110-5F6B-F83CC9D5E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918E-D2D3-034D-9432-52E21A7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13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6DF7E3-C7C7-25F5-7995-778EFB351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24ED-8DAE-0F4E-8B78-EF43B640E315}" type="datetimeFigureOut">
              <a:rPr lang="en-US" smtClean="0"/>
              <a:t>8/28/26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72FDD-8C6D-EDDA-6878-E8A2CC10F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182ED-EC49-D73E-23D6-B3708A54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918E-D2D3-034D-9432-52E21A7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91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E5D2E-A726-D2BA-726C-E6CCFEA17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D0F8-95E7-3732-5971-6B449F29F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135CA-82F7-A036-08EB-D762DAA91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62477-8CB1-52EA-212C-72EA20359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24ED-8DAE-0F4E-8B78-EF43B640E315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22F13-5FA9-3F1B-61C8-1D1A0C76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5E164-06B5-E147-7175-AB1E9F80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918E-D2D3-034D-9432-52E21A7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47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D28E5-A9A2-6A4B-DD57-780046100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0614FB-35C1-6FC4-1A16-05D1C5813C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FCCDC-FB13-864B-2102-84B4BBE07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D9C53-82E8-8682-87F7-80DF4F838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24ED-8DAE-0F4E-8B78-EF43B640E315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873B-9124-F304-9276-E5E3D429C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0F7DC-1F24-2B96-96AC-6979EE25D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918E-D2D3-034D-9432-52E21A7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36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93B21-AA28-CEA3-FBE6-C274E720E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4BC73-6721-3BAE-6E52-6EE14FB0C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EB1A4-7218-8706-BAFC-53501B723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24ED-8DAE-0F4E-8B78-EF43B640E315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34962-2782-27B1-3FFC-85118113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57AB0-6841-D622-A214-3DD223BD1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918E-D2D3-034D-9432-52E21A7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503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58992-412B-BF02-C978-FBF6CB66DA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57588-1DDF-AD14-D46A-5ECC4FA0B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39C74-BF82-155D-5D68-D4BA5719A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24ED-8DAE-0F4E-8B78-EF43B640E315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73523-DC79-A23D-DF21-23E301455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573FE-21B4-BEA8-68DC-616BE7D04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E918E-D2D3-034D-9432-52E21A7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7A47DC-3557-D286-BA06-C8B78D5F5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EA836-EFB6-BCDF-E94A-E160D8A5B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AFBA8-F563-D052-2D07-35E607278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324ED-8DAE-0F4E-8B78-EF43B640E315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82314-6073-81AD-1D4B-A725B74292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37B1-B94C-7A7B-26CB-5154B272A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EE918E-D2D3-034D-9432-52E21A7186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52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A7DD383D-BC2E-72C1-169C-6A49A48C2E02}"/>
              </a:ext>
            </a:extLst>
          </p:cNvPr>
          <p:cNvGrpSpPr/>
          <p:nvPr/>
        </p:nvGrpSpPr>
        <p:grpSpPr>
          <a:xfrm>
            <a:off x="501351" y="788440"/>
            <a:ext cx="11279661" cy="4895142"/>
            <a:chOff x="501351" y="788440"/>
            <a:chExt cx="11279661" cy="489514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6879564-E275-F1DF-1D8F-FFCA97565D05}"/>
                </a:ext>
              </a:extLst>
            </p:cNvPr>
            <p:cNvGrpSpPr/>
            <p:nvPr/>
          </p:nvGrpSpPr>
          <p:grpSpPr>
            <a:xfrm>
              <a:off x="6603773" y="2515609"/>
              <a:ext cx="221534" cy="1826782"/>
              <a:chOff x="6690815" y="2386536"/>
              <a:chExt cx="221534" cy="1826782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AE2AB0B-3BF5-D875-680F-BECE89E887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6349" y="2386536"/>
                <a:ext cx="216000" cy="216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67750B4-4C62-113A-747E-2A61BCCFC5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6349" y="3191928"/>
                <a:ext cx="216000" cy="216000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2719901-03B0-F0DD-578A-C032C4F10F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6349" y="2789232"/>
                <a:ext cx="216000" cy="216000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D7A3F73-A752-F23B-3434-B95545207B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0815" y="3594624"/>
                <a:ext cx="216000" cy="216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ECC5E48-640F-48A9-D90B-22AE4D7A21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0815" y="3997318"/>
                <a:ext cx="216000" cy="21600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6FBB21-FEFA-27B3-3061-31349BE00D3D}"/>
                </a:ext>
              </a:extLst>
            </p:cNvPr>
            <p:cNvSpPr txBox="1"/>
            <p:nvPr/>
          </p:nvSpPr>
          <p:spPr>
            <a:xfrm>
              <a:off x="5760914" y="1749542"/>
              <a:ext cx="19072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observations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F6C8034-6E7A-E307-844D-D3DF2DC97E39}"/>
                </a:ext>
              </a:extLst>
            </p:cNvPr>
            <p:cNvGrpSpPr/>
            <p:nvPr/>
          </p:nvGrpSpPr>
          <p:grpSpPr>
            <a:xfrm>
              <a:off x="8595480" y="1351332"/>
              <a:ext cx="3185532" cy="3758891"/>
              <a:chOff x="7817004" y="1366024"/>
              <a:chExt cx="3185532" cy="3758891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A00BFED-92AC-DF15-1320-33066E37E9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17004" y="1939383"/>
                <a:ext cx="3185532" cy="3185532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2708B4-596A-D7AD-DBF5-813C4EB50626}"/>
                  </a:ext>
                </a:extLst>
              </p:cNvPr>
              <p:cNvSpPr txBox="1"/>
              <p:nvPr/>
            </p:nvSpPr>
            <p:spPr>
              <a:xfrm>
                <a:off x="8490003" y="1366024"/>
                <a:ext cx="18605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environment</a:t>
                </a:r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F3024654-31F1-EEFA-5816-0D6BDD1734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351" y="1351332"/>
              <a:ext cx="4332250" cy="4332250"/>
            </a:xfrm>
            <a:prstGeom prst="ellipse">
              <a:avLst/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BD551E2-6BC6-6660-C0B8-5AC9F7BBD42E}"/>
                </a:ext>
              </a:extLst>
            </p:cNvPr>
            <p:cNvSpPr/>
            <p:nvPr/>
          </p:nvSpPr>
          <p:spPr>
            <a:xfrm>
              <a:off x="1119094" y="3786280"/>
              <a:ext cx="1260000" cy="126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FF3668F-96D0-D3B1-3746-0D908FC43B13}"/>
                </a:ext>
              </a:extLst>
            </p:cNvPr>
            <p:cNvSpPr/>
            <p:nvPr/>
          </p:nvSpPr>
          <p:spPr>
            <a:xfrm>
              <a:off x="2953823" y="2055629"/>
              <a:ext cx="1260000" cy="126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59D552A-9866-7AA8-9B86-0E15D45C4392}"/>
                </a:ext>
              </a:extLst>
            </p:cNvPr>
            <p:cNvSpPr/>
            <p:nvPr/>
          </p:nvSpPr>
          <p:spPr>
            <a:xfrm>
              <a:off x="1131451" y="2055629"/>
              <a:ext cx="1260000" cy="1260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2690EC4-9D1A-A0AF-BFA7-11C2EFA67192}"/>
                </a:ext>
              </a:extLst>
            </p:cNvPr>
            <p:cNvGrpSpPr/>
            <p:nvPr/>
          </p:nvGrpSpPr>
          <p:grpSpPr>
            <a:xfrm>
              <a:off x="2953823" y="3786280"/>
              <a:ext cx="1260000" cy="1260000"/>
              <a:chOff x="3880579" y="3773004"/>
              <a:chExt cx="1260000" cy="1260000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77C71165-79D8-F23B-CCC6-3C7F1B1A97E6}"/>
                  </a:ext>
                </a:extLst>
              </p:cNvPr>
              <p:cNvSpPr/>
              <p:nvPr/>
            </p:nvSpPr>
            <p:spPr>
              <a:xfrm>
                <a:off x="3880579" y="3773004"/>
                <a:ext cx="1260000" cy="1260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33A797-6977-36D5-124F-7DF3F3C004C3}"/>
                  </a:ext>
                </a:extLst>
              </p:cNvPr>
              <p:cNvSpPr txBox="1"/>
              <p:nvPr/>
            </p:nvSpPr>
            <p:spPr>
              <a:xfrm>
                <a:off x="4089056" y="3871835"/>
                <a:ext cx="86754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solidFill>
                      <a:schemeClr val="bg1"/>
                    </a:solidFill>
                  </a:rPr>
                  <a:t>belief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3F2609-D005-DCFC-78E2-27B6399EA4A1}"/>
                </a:ext>
              </a:extLst>
            </p:cNvPr>
            <p:cNvSpPr txBox="1"/>
            <p:nvPr/>
          </p:nvSpPr>
          <p:spPr>
            <a:xfrm>
              <a:off x="2142560" y="788440"/>
              <a:ext cx="10326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model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44B05EA-411E-041E-1B66-8CEE9FBEDBCD}"/>
                </a:ext>
              </a:extLst>
            </p:cNvPr>
            <p:cNvSpPr txBox="1"/>
            <p:nvPr/>
          </p:nvSpPr>
          <p:spPr>
            <a:xfrm>
              <a:off x="2421840" y="4902359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…</a:t>
              </a:r>
              <a:endParaRPr lang="en-US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935DECE-EFF7-BCB0-114D-15F9616BA25C}"/>
                </a:ext>
              </a:extLst>
            </p:cNvPr>
            <p:cNvSpPr txBox="1"/>
            <p:nvPr/>
          </p:nvSpPr>
          <p:spPr>
            <a:xfrm>
              <a:off x="4059973" y="3191100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…</a:t>
              </a:r>
              <a:endParaRPr lang="en-US" b="1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EF474E-4846-E4D2-8D28-01DB369F9A8A}"/>
                </a:ext>
              </a:extLst>
            </p:cNvPr>
            <p:cNvSpPr txBox="1"/>
            <p:nvPr/>
          </p:nvSpPr>
          <p:spPr>
            <a:xfrm>
              <a:off x="2421840" y="1359102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…</a:t>
              </a:r>
              <a:endParaRPr lang="en-US" b="1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BCC3E56-C881-EBEF-1AC7-31A8AFB07A1F}"/>
                </a:ext>
              </a:extLst>
            </p:cNvPr>
            <p:cNvSpPr txBox="1"/>
            <p:nvPr/>
          </p:nvSpPr>
          <p:spPr>
            <a:xfrm>
              <a:off x="685276" y="3187961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…</a:t>
              </a:r>
              <a:endParaRPr lang="en-US" b="1" dirty="0"/>
            </a:p>
          </p:txBody>
        </p:sp>
        <p:sp>
          <p:nvSpPr>
            <p:cNvPr id="26" name="Left Brace 25">
              <a:extLst>
                <a:ext uri="{FF2B5EF4-FFF2-40B4-BE49-F238E27FC236}">
                  <a16:creationId xmlns:a16="http://schemas.microsoft.com/office/drawing/2014/main" id="{98BF3876-8E2E-D9A1-CBD0-7FDCAE4B2F4B}"/>
                </a:ext>
              </a:extLst>
            </p:cNvPr>
            <p:cNvSpPr/>
            <p:nvPr/>
          </p:nvSpPr>
          <p:spPr>
            <a:xfrm>
              <a:off x="6153330" y="2454542"/>
              <a:ext cx="181232" cy="1900124"/>
            </a:xfrm>
            <a:prstGeom prst="leftBrac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5DC8B17-EC81-FB4A-9B15-03E87B9B87C9}"/>
                    </a:ext>
                  </a:extLst>
                </p:cNvPr>
                <p:cNvSpPr txBox="1"/>
                <p:nvPr/>
              </p:nvSpPr>
              <p:spPr>
                <a:xfrm>
                  <a:off x="6819773" y="2433774"/>
                  <a:ext cx="47211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5DC8B17-EC81-FB4A-9B15-03E87B9B87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9773" y="2433774"/>
                  <a:ext cx="47211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81DA532-1F0A-0E33-E001-4A48BD179AB7}"/>
                    </a:ext>
                  </a:extLst>
                </p:cNvPr>
                <p:cNvSpPr txBox="1"/>
                <p:nvPr/>
              </p:nvSpPr>
              <p:spPr>
                <a:xfrm>
                  <a:off x="6819773" y="2838984"/>
                  <a:ext cx="477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AU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81DA532-1F0A-0E33-E001-4A48BD179A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9773" y="2838984"/>
                  <a:ext cx="47743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7842266-4C5E-2F8A-E464-17E112CAB6E6}"/>
                    </a:ext>
                  </a:extLst>
                </p:cNvPr>
                <p:cNvSpPr txBox="1"/>
                <p:nvPr/>
              </p:nvSpPr>
              <p:spPr>
                <a:xfrm>
                  <a:off x="6819773" y="3244334"/>
                  <a:ext cx="477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AU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7842266-4C5E-2F8A-E464-17E112CAB6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9773" y="3244334"/>
                  <a:ext cx="47743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AD9D5FC-CFEA-0D1D-2093-14D2701EFCD5}"/>
                    </a:ext>
                  </a:extLst>
                </p:cNvPr>
                <p:cNvSpPr txBox="1"/>
                <p:nvPr/>
              </p:nvSpPr>
              <p:spPr>
                <a:xfrm>
                  <a:off x="6808595" y="3647031"/>
                  <a:ext cx="477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AU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AD9D5FC-CFEA-0D1D-2093-14D2701EFC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8595" y="3647031"/>
                  <a:ext cx="47743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616D0DD-3740-BC47-99A4-5C60C44021EB}"/>
                    </a:ext>
                  </a:extLst>
                </p:cNvPr>
                <p:cNvSpPr txBox="1"/>
                <p:nvPr/>
              </p:nvSpPr>
              <p:spPr>
                <a:xfrm>
                  <a:off x="6811255" y="4046401"/>
                  <a:ext cx="477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AU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616D0DD-3740-BC47-99A4-5C60C4402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1255" y="4046401"/>
                  <a:ext cx="47743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B787764-6AD7-1A82-DE2F-B8CE170E8A39}"/>
                </a:ext>
              </a:extLst>
            </p:cNvPr>
            <p:cNvCxnSpPr>
              <a:endCxn id="27" idx="3"/>
            </p:cNvCxnSpPr>
            <p:nvPr/>
          </p:nvCxnSpPr>
          <p:spPr>
            <a:xfrm flipH="1" flipV="1">
              <a:off x="7291890" y="2618440"/>
              <a:ext cx="1901537" cy="89901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5E04C56-AC01-4C7F-E3EC-BDA5C6AF7143}"/>
                </a:ext>
              </a:extLst>
            </p:cNvPr>
            <p:cNvCxnSpPr>
              <a:cxnSpLocks/>
              <a:endCxn id="28" idx="3"/>
            </p:cNvCxnSpPr>
            <p:nvPr/>
          </p:nvCxnSpPr>
          <p:spPr>
            <a:xfrm flipH="1" flipV="1">
              <a:off x="7297211" y="3023650"/>
              <a:ext cx="1896216" cy="49380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0F5B885-A6C0-1128-2A7F-8A683D15EB1C}"/>
                </a:ext>
              </a:extLst>
            </p:cNvPr>
            <p:cNvCxnSpPr>
              <a:cxnSpLocks/>
              <a:endCxn id="29" idx="3"/>
            </p:cNvCxnSpPr>
            <p:nvPr/>
          </p:nvCxnSpPr>
          <p:spPr>
            <a:xfrm flipH="1" flipV="1">
              <a:off x="7297211" y="3429000"/>
              <a:ext cx="1896216" cy="8845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C468313-206E-E706-EAB8-F91729DC8EE9}"/>
                </a:ext>
              </a:extLst>
            </p:cNvPr>
            <p:cNvCxnSpPr>
              <a:cxnSpLocks/>
              <a:endCxn id="30" idx="3"/>
            </p:cNvCxnSpPr>
            <p:nvPr/>
          </p:nvCxnSpPr>
          <p:spPr>
            <a:xfrm flipH="1">
              <a:off x="7286033" y="3517457"/>
              <a:ext cx="1907394" cy="3142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36C1DA08-C2E9-F836-2E4F-094029871330}"/>
                </a:ext>
              </a:extLst>
            </p:cNvPr>
            <p:cNvCxnSpPr>
              <a:cxnSpLocks/>
              <a:endCxn id="31" idx="3"/>
            </p:cNvCxnSpPr>
            <p:nvPr/>
          </p:nvCxnSpPr>
          <p:spPr>
            <a:xfrm flipH="1">
              <a:off x="7288693" y="3517457"/>
              <a:ext cx="1904734" cy="71361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37036ED-CB40-3B6E-A54C-A0E441F8158C}"/>
                    </a:ext>
                  </a:extLst>
                </p:cNvPr>
                <p:cNvSpPr txBox="1"/>
                <p:nvPr/>
              </p:nvSpPr>
              <p:spPr>
                <a:xfrm>
                  <a:off x="1471838" y="4200289"/>
                  <a:ext cx="554511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2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2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37036ED-CB40-3B6E-A54C-A0E441F815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1838" y="4200289"/>
                  <a:ext cx="554511" cy="430887"/>
                </a:xfrm>
                <a:prstGeom prst="rect">
                  <a:avLst/>
                </a:prstGeom>
                <a:blipFill>
                  <a:blip r:embed="rId7"/>
                  <a:stretch>
                    <a:fillRect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B3DFC34-E8CD-4BD9-4D1D-B1AF09981DA4}"/>
                    </a:ext>
                  </a:extLst>
                </p:cNvPr>
                <p:cNvSpPr txBox="1"/>
                <p:nvPr/>
              </p:nvSpPr>
              <p:spPr>
                <a:xfrm>
                  <a:off x="1484195" y="2433774"/>
                  <a:ext cx="554511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2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AU" sz="2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EB3DFC34-E8CD-4BD9-4D1D-B1AF09981D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4195" y="2433774"/>
                  <a:ext cx="554511" cy="430887"/>
                </a:xfrm>
                <a:prstGeom prst="rect">
                  <a:avLst/>
                </a:prstGeom>
                <a:blipFill>
                  <a:blip r:embed="rId8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1E4D7BD-06CF-4F4D-5F95-25B8A60BA012}"/>
                    </a:ext>
                  </a:extLst>
                </p:cNvPr>
                <p:cNvSpPr txBox="1"/>
                <p:nvPr/>
              </p:nvSpPr>
              <p:spPr>
                <a:xfrm>
                  <a:off x="3318605" y="2433774"/>
                  <a:ext cx="554511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2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AU" sz="2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1E4D7BD-06CF-4F4D-5F95-25B8A60BA0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8605" y="2433774"/>
                  <a:ext cx="554511" cy="430887"/>
                </a:xfrm>
                <a:prstGeom prst="rect">
                  <a:avLst/>
                </a:prstGeom>
                <a:blipFill>
                  <a:blip r:embed="rId9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FE768B1-0AAA-9356-FA40-76C962732F3A}"/>
                    </a:ext>
                  </a:extLst>
                </p:cNvPr>
                <p:cNvSpPr txBox="1"/>
                <p:nvPr/>
              </p:nvSpPr>
              <p:spPr>
                <a:xfrm>
                  <a:off x="3318446" y="4200289"/>
                  <a:ext cx="554511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2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AU" sz="2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FE768B1-0AAA-9356-FA40-76C962732F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8446" y="4200289"/>
                  <a:ext cx="554511" cy="430887"/>
                </a:xfrm>
                <a:prstGeom prst="rect">
                  <a:avLst/>
                </a:prstGeom>
                <a:blipFill>
                  <a:blip r:embed="rId10"/>
                  <a:stretch>
                    <a:fillRect b="-1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4CEC975-FE95-8DF4-98AB-50EF69DB8BEA}"/>
                    </a:ext>
                  </a:extLst>
                </p:cNvPr>
                <p:cNvSpPr txBox="1"/>
                <p:nvPr/>
              </p:nvSpPr>
              <p:spPr>
                <a:xfrm>
                  <a:off x="9976265" y="3292810"/>
                  <a:ext cx="42396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AU" sz="2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4CEC975-FE95-8DF4-98AB-50EF69DB8B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6265" y="3292810"/>
                  <a:ext cx="423962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3D5B06C-A0D6-7237-8A25-74BA50D3FC1B}"/>
                </a:ext>
              </a:extLst>
            </p:cNvPr>
            <p:cNvSpPr txBox="1"/>
            <p:nvPr/>
          </p:nvSpPr>
          <p:spPr>
            <a:xfrm rot="20106869">
              <a:off x="4761460" y="3658867"/>
              <a:ext cx="132978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inference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5E6EC21-6F86-0E24-CFE8-EE1EF5CD9889}"/>
                    </a:ext>
                  </a:extLst>
                </p:cNvPr>
                <p:cNvSpPr txBox="1"/>
                <p:nvPr/>
              </p:nvSpPr>
              <p:spPr>
                <a:xfrm>
                  <a:off x="2396652" y="3310538"/>
                  <a:ext cx="5990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AU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ℳ</m:t>
                        </m:r>
                      </m:oMath>
                    </m:oMathPara>
                  </a14:m>
                  <a:endParaRPr lang="en-US" sz="2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5E6EC21-6F86-0E24-CFE8-EE1EF5CD98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6652" y="3310538"/>
                  <a:ext cx="599075" cy="46166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5831A44-AFE1-CBFE-B073-1C822DB63D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3823" y="3387589"/>
              <a:ext cx="1837874" cy="843478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7460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4377</TotalTime>
  <Words>20</Words>
  <Application>Microsoft Macintosh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מריו בולאי</dc:creator>
  <cp:lastModifiedBy>מריו בולאי</cp:lastModifiedBy>
  <cp:revision>20</cp:revision>
  <dcterms:created xsi:type="dcterms:W3CDTF">2026-08-28T04:33:46Z</dcterms:created>
  <dcterms:modified xsi:type="dcterms:W3CDTF">2026-08-31T05:31:08Z</dcterms:modified>
</cp:coreProperties>
</file>